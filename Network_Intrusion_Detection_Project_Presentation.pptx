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Network Intrusion Detection System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Data Science Lab Project
NSL-KDD Dataset
Team Members: [Edit names]
Roll No: [Edit roll numbers]
Guide: [Edit guide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82828"/>
                </a:solidFill>
              </a:rPr>
              <a:t>Data Science Lab Project
NSL-KDD Dataset
Team Members: [Edit names]
Roll No: [Edit roll numbers]
Guide: [Edit guide name]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Problem Statement and Motivation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Why this problem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Goal: detect malicious network traffic from normal traffic.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Cyber attacks can be hidden in high-volume traffic streams.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Manual monitoring is slow and error-prone.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Machine learning helps detect attacks earlier and more reliably.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[Edit this slide to match your exact project motivation.]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Dataset Description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NSL-KDD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Dataset source: NSL-KDD.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Input features: 41 network-traffic features.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Target label: Normal vs Attack.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Used for classification and anomaly detection.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[Insert dataset statistics, sample records, and class distribution here.]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Data Preprocessing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Cleaning and transformation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Encoded categorical features such as protocol_type, service, and flag.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Scaled features using MinMaxScaler.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Handled imbalance using SMOTE.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Split data into training and testing sets.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[Add a pipeline diagram or preprocessing flowchart.]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Exploratory Data Analysis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Visual patterns in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Show class distribution (normal vs attack).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Show feature importance or correlation plots.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Highlight key trends observed in the dataset.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[Insert charts from your notebooks/output folder.]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Methodology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Models and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Classification models: Random Forest, XGBoost, SVM, Logistic Regression.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Anomaly detection: IsolationForest.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Feature selection: Extra Trees, PCA, and RFE.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Hybrid decision logic combines model outputs.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[Add a workflow diagram here.]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Results and Evaluation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Model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Report Accuracy, Precision, Recall, F1-score, and ROC-AUC.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Highlight the best-performing model.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Emphasize Recall because missing attacks is costly.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[Paste your final comparison table or metric chart here.]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Comparison with Existing Work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Reference paper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Compare your method with the reference papers.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Show what you improved: hybrid ensemble, anomaly detection, explainability.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Mention whether results improved on Recall or F1-score.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[Add a side-by-side comparison table.]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Challenges, Limitations, Future Work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What we learned and what can be improved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Challenges: imbalance, dimensionality, and model tuning.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Limitations: dataset is simulated/benchmark traffic, not live traffic.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Future work: real-time deployment, API integration, multiclass attacks.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[Edit to match your actual implementation experience.]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D91"/>
                </a:solidFill>
              </a:rPr>
              <a:t>Conclusion / Demo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A5A5A"/>
                </a:solidFill>
              </a:rP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The system detects malicious traffic using ML, DL, and anomaly detection.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Feature selection and preprocessing improve reliability.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Streamlit dashboard can be used for live demo.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Thank you.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[Replace this with your final summary and demo screenshots.]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79" y="4389120"/>
            <a:ext cx="33832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66CC"/>
                </a:solidFill>
              </a:rPr>
              <a:t>Insert chart / screenshot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47120" cy="27432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